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12" r:id="rId2"/>
    <p:sldId id="2147480933" r:id="rId3"/>
    <p:sldId id="2147480942" r:id="rId4"/>
    <p:sldId id="2147480944" r:id="rId5"/>
    <p:sldId id="2147480945" r:id="rId6"/>
    <p:sldId id="214748094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723"/>
    <a:srgbClr val="343E41"/>
    <a:srgbClr val="DA291C"/>
    <a:srgbClr val="99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Maltby" userId="17ed3942-1d1a-4f51-b1de-aaa8185273b4" providerId="ADAL" clId="{8DE9020D-C5EC-427C-BF2F-1E77A2A31ACD}"/>
    <pc:docChg chg="undo custSel addSld delSld modSld sldOrd modMainMaster">
      <pc:chgData name="James Maltby" userId="17ed3942-1d1a-4f51-b1de-aaa8185273b4" providerId="ADAL" clId="{8DE9020D-C5EC-427C-BF2F-1E77A2A31ACD}" dt="2026-01-13T09:35:32.322" v="1066" actId="114"/>
      <pc:docMkLst>
        <pc:docMk/>
      </pc:docMkLst>
      <pc:sldChg chg="addSp delSp modSp mod">
        <pc:chgData name="James Maltby" userId="17ed3942-1d1a-4f51-b1de-aaa8185273b4" providerId="ADAL" clId="{8DE9020D-C5EC-427C-BF2F-1E77A2A31ACD}" dt="2026-01-13T09:33:09.279" v="1049" actId="1076"/>
        <pc:sldMkLst>
          <pc:docMk/>
          <pc:sldMk cId="4000077952" sldId="312"/>
        </pc:sldMkLst>
        <pc:spChg chg="mod">
          <ac:chgData name="James Maltby" userId="17ed3942-1d1a-4f51-b1de-aaa8185273b4" providerId="ADAL" clId="{8DE9020D-C5EC-427C-BF2F-1E77A2A31ACD}" dt="2026-01-13T09:33:09.279" v="1049" actId="1076"/>
          <ac:spMkLst>
            <pc:docMk/>
            <pc:sldMk cId="4000077952" sldId="312"/>
            <ac:spMk id="10" creationId="{71E10B39-AEEC-459F-A785-230C6516B3DE}"/>
          </ac:spMkLst>
        </pc:spChg>
        <pc:picChg chg="add del">
          <ac:chgData name="James Maltby" userId="17ed3942-1d1a-4f51-b1de-aaa8185273b4" providerId="ADAL" clId="{8DE9020D-C5EC-427C-BF2F-1E77A2A31ACD}" dt="2026-01-13T09:33:01.679" v="1047" actId="478"/>
          <ac:picMkLst>
            <pc:docMk/>
            <pc:sldMk cId="4000077952" sldId="312"/>
            <ac:picMk id="3" creationId="{312F39D9-530F-1BBB-CC78-E9068A787F5C}"/>
          </ac:picMkLst>
        </pc:picChg>
        <pc:picChg chg="mod">
          <ac:chgData name="James Maltby" userId="17ed3942-1d1a-4f51-b1de-aaa8185273b4" providerId="ADAL" clId="{8DE9020D-C5EC-427C-BF2F-1E77A2A31ACD}" dt="2026-01-13T09:32:40.505" v="1043" actId="1076"/>
          <ac:picMkLst>
            <pc:docMk/>
            <pc:sldMk cId="4000077952" sldId="312"/>
            <ac:picMk id="6" creationId="{1719D1E0-9EB7-8D9F-1787-BB66EB26B5CB}"/>
          </ac:picMkLst>
        </pc:picChg>
        <pc:picChg chg="mod">
          <ac:chgData name="James Maltby" userId="17ed3942-1d1a-4f51-b1de-aaa8185273b4" providerId="ADAL" clId="{8DE9020D-C5EC-427C-BF2F-1E77A2A31ACD}" dt="2026-01-13T09:31:31.592" v="1037" actId="1076"/>
          <ac:picMkLst>
            <pc:docMk/>
            <pc:sldMk cId="4000077952" sldId="312"/>
            <ac:picMk id="8" creationId="{6EE78BE5-7871-F0FB-9E47-02957B39E98C}"/>
          </ac:picMkLst>
        </pc:picChg>
        <pc:picChg chg="add mod">
          <ac:chgData name="James Maltby" userId="17ed3942-1d1a-4f51-b1de-aaa8185273b4" providerId="ADAL" clId="{8DE9020D-C5EC-427C-BF2F-1E77A2A31ACD}" dt="2026-01-13T09:32:51.162" v="1046" actId="14100"/>
          <ac:picMkLst>
            <pc:docMk/>
            <pc:sldMk cId="4000077952" sldId="312"/>
            <ac:picMk id="1026" creationId="{C7157E57-CD6A-1F68-E91F-B061553A3DEE}"/>
          </ac:picMkLst>
        </pc:picChg>
      </pc:sldChg>
      <pc:sldChg chg="del">
        <pc:chgData name="James Maltby" userId="17ed3942-1d1a-4f51-b1de-aaa8185273b4" providerId="ADAL" clId="{8DE9020D-C5EC-427C-BF2F-1E77A2A31ACD}" dt="2026-01-13T06:58:37.891" v="476" actId="47"/>
        <pc:sldMkLst>
          <pc:docMk/>
          <pc:sldMk cId="3544191140" sldId="2147480938"/>
        </pc:sldMkLst>
      </pc:sldChg>
      <pc:sldChg chg="del">
        <pc:chgData name="James Maltby" userId="17ed3942-1d1a-4f51-b1de-aaa8185273b4" providerId="ADAL" clId="{8DE9020D-C5EC-427C-BF2F-1E77A2A31ACD}" dt="2026-01-13T06:58:32.064" v="475" actId="47"/>
        <pc:sldMkLst>
          <pc:docMk/>
          <pc:sldMk cId="540583668" sldId="2147480940"/>
        </pc:sldMkLst>
      </pc:sldChg>
      <pc:sldChg chg="del">
        <pc:chgData name="James Maltby" userId="17ed3942-1d1a-4f51-b1de-aaa8185273b4" providerId="ADAL" clId="{8DE9020D-C5EC-427C-BF2F-1E77A2A31ACD}" dt="2026-01-13T07:09:24.516" v="1032" actId="47"/>
        <pc:sldMkLst>
          <pc:docMk/>
          <pc:sldMk cId="1968587740" sldId="2147480941"/>
        </pc:sldMkLst>
      </pc:sldChg>
      <pc:sldChg chg="ord">
        <pc:chgData name="James Maltby" userId="17ed3942-1d1a-4f51-b1de-aaa8185273b4" providerId="ADAL" clId="{8DE9020D-C5EC-427C-BF2F-1E77A2A31ACD}" dt="2026-01-13T06:59:03.957" v="478"/>
        <pc:sldMkLst>
          <pc:docMk/>
          <pc:sldMk cId="2581694706" sldId="2147480942"/>
        </pc:sldMkLst>
      </pc:sldChg>
      <pc:sldChg chg="addSp delSp modSp add mod">
        <pc:chgData name="James Maltby" userId="17ed3942-1d1a-4f51-b1de-aaa8185273b4" providerId="ADAL" clId="{8DE9020D-C5EC-427C-BF2F-1E77A2A31ACD}" dt="2026-01-13T07:06:28.591" v="968" actId="1036"/>
        <pc:sldMkLst>
          <pc:docMk/>
          <pc:sldMk cId="3670743646" sldId="2147480945"/>
        </pc:sldMkLst>
        <pc:spChg chg="mod">
          <ac:chgData name="James Maltby" userId="17ed3942-1d1a-4f51-b1de-aaa8185273b4" providerId="ADAL" clId="{8DE9020D-C5EC-427C-BF2F-1E77A2A31ACD}" dt="2026-01-13T07:00:07.697" v="510" actId="20577"/>
          <ac:spMkLst>
            <pc:docMk/>
            <pc:sldMk cId="3670743646" sldId="2147480945"/>
            <ac:spMk id="3" creationId="{5F5C4A6E-5FFE-7A06-E9CF-49D4F386A700}"/>
          </ac:spMkLst>
        </pc:spChg>
        <pc:spChg chg="add mod">
          <ac:chgData name="James Maltby" userId="17ed3942-1d1a-4f51-b1de-aaa8185273b4" providerId="ADAL" clId="{8DE9020D-C5EC-427C-BF2F-1E77A2A31ACD}" dt="2026-01-13T07:06:28.591" v="968" actId="1036"/>
          <ac:spMkLst>
            <pc:docMk/>
            <pc:sldMk cId="3670743646" sldId="2147480945"/>
            <ac:spMk id="4" creationId="{2AE62250-6B54-4020-FB2F-25117A7934D6}"/>
          </ac:spMkLst>
        </pc:spChg>
        <pc:picChg chg="del">
          <ac:chgData name="James Maltby" userId="17ed3942-1d1a-4f51-b1de-aaa8185273b4" providerId="ADAL" clId="{8DE9020D-C5EC-427C-BF2F-1E77A2A31ACD}" dt="2026-01-13T06:59:40.106" v="484" actId="478"/>
          <ac:picMkLst>
            <pc:docMk/>
            <pc:sldMk cId="3670743646" sldId="2147480945"/>
            <ac:picMk id="1030" creationId="{0AAAD115-390D-7497-5B0C-6A8E7CBAE54F}"/>
          </ac:picMkLst>
        </pc:picChg>
        <pc:picChg chg="del">
          <ac:chgData name="James Maltby" userId="17ed3942-1d1a-4f51-b1de-aaa8185273b4" providerId="ADAL" clId="{8DE9020D-C5EC-427C-BF2F-1E77A2A31ACD}" dt="2026-01-13T06:59:45.880" v="489" actId="478"/>
          <ac:picMkLst>
            <pc:docMk/>
            <pc:sldMk cId="3670743646" sldId="2147480945"/>
            <ac:picMk id="1032" creationId="{1907868F-D17B-BABB-4825-4AA70AB1DDA1}"/>
          </ac:picMkLst>
        </pc:picChg>
        <pc:picChg chg="del mod">
          <ac:chgData name="James Maltby" userId="17ed3942-1d1a-4f51-b1de-aaa8185273b4" providerId="ADAL" clId="{8DE9020D-C5EC-427C-BF2F-1E77A2A31ACD}" dt="2026-01-13T06:59:38.670" v="483" actId="478"/>
          <ac:picMkLst>
            <pc:docMk/>
            <pc:sldMk cId="3670743646" sldId="2147480945"/>
            <ac:picMk id="1034" creationId="{C10C2AA8-CE21-27FF-7019-A69604206849}"/>
          </ac:picMkLst>
        </pc:picChg>
        <pc:picChg chg="del mod">
          <ac:chgData name="James Maltby" userId="17ed3942-1d1a-4f51-b1de-aaa8185273b4" providerId="ADAL" clId="{8DE9020D-C5EC-427C-BF2F-1E77A2A31ACD}" dt="2026-01-13T06:59:38.670" v="483" actId="478"/>
          <ac:picMkLst>
            <pc:docMk/>
            <pc:sldMk cId="3670743646" sldId="2147480945"/>
            <ac:picMk id="1036" creationId="{FEB87B76-DB47-2509-DF72-8FA27AC559F3}"/>
          </ac:picMkLst>
        </pc:picChg>
        <pc:picChg chg="del">
          <ac:chgData name="James Maltby" userId="17ed3942-1d1a-4f51-b1de-aaa8185273b4" providerId="ADAL" clId="{8DE9020D-C5EC-427C-BF2F-1E77A2A31ACD}" dt="2026-01-13T06:59:42.513" v="486" actId="478"/>
          <ac:picMkLst>
            <pc:docMk/>
            <pc:sldMk cId="3670743646" sldId="2147480945"/>
            <ac:picMk id="1038" creationId="{2E0A5230-6A50-71CF-0D9A-BB985FA34169}"/>
          </ac:picMkLst>
        </pc:picChg>
        <pc:picChg chg="del mod">
          <ac:chgData name="James Maltby" userId="17ed3942-1d1a-4f51-b1de-aaa8185273b4" providerId="ADAL" clId="{8DE9020D-C5EC-427C-BF2F-1E77A2A31ACD}" dt="2026-01-13T06:59:38.670" v="483" actId="478"/>
          <ac:picMkLst>
            <pc:docMk/>
            <pc:sldMk cId="3670743646" sldId="2147480945"/>
            <ac:picMk id="1040" creationId="{DCB4FC60-D16C-191D-139D-E78E62D8EA38}"/>
          </ac:picMkLst>
        </pc:picChg>
        <pc:picChg chg="del mod">
          <ac:chgData name="James Maltby" userId="17ed3942-1d1a-4f51-b1de-aaa8185273b4" providerId="ADAL" clId="{8DE9020D-C5EC-427C-BF2F-1E77A2A31ACD}" dt="2026-01-13T06:59:38.670" v="483" actId="478"/>
          <ac:picMkLst>
            <pc:docMk/>
            <pc:sldMk cId="3670743646" sldId="2147480945"/>
            <ac:picMk id="1042" creationId="{1918F4B3-7D33-77C6-DF5A-590A42C6B912}"/>
          </ac:picMkLst>
        </pc:picChg>
        <pc:picChg chg="del">
          <ac:chgData name="James Maltby" userId="17ed3942-1d1a-4f51-b1de-aaa8185273b4" providerId="ADAL" clId="{8DE9020D-C5EC-427C-BF2F-1E77A2A31ACD}" dt="2026-01-13T06:59:43.490" v="487" actId="478"/>
          <ac:picMkLst>
            <pc:docMk/>
            <pc:sldMk cId="3670743646" sldId="2147480945"/>
            <ac:picMk id="1044" creationId="{CCBA5182-EB73-1777-B7C7-51E5D1240343}"/>
          </ac:picMkLst>
        </pc:picChg>
        <pc:picChg chg="del">
          <ac:chgData name="James Maltby" userId="17ed3942-1d1a-4f51-b1de-aaa8185273b4" providerId="ADAL" clId="{8DE9020D-C5EC-427C-BF2F-1E77A2A31ACD}" dt="2026-01-13T06:59:46.927" v="490" actId="478"/>
          <ac:picMkLst>
            <pc:docMk/>
            <pc:sldMk cId="3670743646" sldId="2147480945"/>
            <ac:picMk id="1046" creationId="{D780DCF6-7019-BD8D-AD05-4A7BAFFA1C88}"/>
          </ac:picMkLst>
        </pc:picChg>
        <pc:picChg chg="del">
          <ac:chgData name="James Maltby" userId="17ed3942-1d1a-4f51-b1de-aaa8185273b4" providerId="ADAL" clId="{8DE9020D-C5EC-427C-BF2F-1E77A2A31ACD}" dt="2026-01-13T06:59:44.624" v="488" actId="478"/>
          <ac:picMkLst>
            <pc:docMk/>
            <pc:sldMk cId="3670743646" sldId="2147480945"/>
            <ac:picMk id="1048" creationId="{8430F10E-163D-58A5-4640-A68B2EBD3F0D}"/>
          </ac:picMkLst>
        </pc:picChg>
        <pc:picChg chg="del mod">
          <ac:chgData name="James Maltby" userId="17ed3942-1d1a-4f51-b1de-aaa8185273b4" providerId="ADAL" clId="{8DE9020D-C5EC-427C-BF2F-1E77A2A31ACD}" dt="2026-01-13T06:59:38.670" v="483" actId="478"/>
          <ac:picMkLst>
            <pc:docMk/>
            <pc:sldMk cId="3670743646" sldId="2147480945"/>
            <ac:picMk id="1050" creationId="{0AE07EA4-4B52-CD50-0F61-517CCCF96D4C}"/>
          </ac:picMkLst>
        </pc:picChg>
        <pc:picChg chg="del">
          <ac:chgData name="James Maltby" userId="17ed3942-1d1a-4f51-b1de-aaa8185273b4" providerId="ADAL" clId="{8DE9020D-C5EC-427C-BF2F-1E77A2A31ACD}" dt="2026-01-13T06:59:41.279" v="485" actId="478"/>
          <ac:picMkLst>
            <pc:docMk/>
            <pc:sldMk cId="3670743646" sldId="2147480945"/>
            <ac:picMk id="1056" creationId="{88E65347-4047-A657-A896-686E99D3D3A5}"/>
          </ac:picMkLst>
        </pc:picChg>
        <pc:picChg chg="del">
          <ac:chgData name="James Maltby" userId="17ed3942-1d1a-4f51-b1de-aaa8185273b4" providerId="ADAL" clId="{8DE9020D-C5EC-427C-BF2F-1E77A2A31ACD}" dt="2026-01-13T06:59:48.052" v="491" actId="478"/>
          <ac:picMkLst>
            <pc:docMk/>
            <pc:sldMk cId="3670743646" sldId="2147480945"/>
            <ac:picMk id="1058" creationId="{537656BE-D1E2-2E44-216B-F2755D354FC1}"/>
          </ac:picMkLst>
        </pc:picChg>
        <pc:picChg chg="del mod">
          <ac:chgData name="James Maltby" userId="17ed3942-1d1a-4f51-b1de-aaa8185273b4" providerId="ADAL" clId="{8DE9020D-C5EC-427C-BF2F-1E77A2A31ACD}" dt="2026-01-13T06:59:38.670" v="483" actId="478"/>
          <ac:picMkLst>
            <pc:docMk/>
            <pc:sldMk cId="3670743646" sldId="2147480945"/>
            <ac:picMk id="1060" creationId="{261EC8FF-FBA8-996C-F6A5-BF26FBCFEF18}"/>
          </ac:picMkLst>
        </pc:picChg>
      </pc:sldChg>
      <pc:sldChg chg="del">
        <pc:chgData name="James Maltby" userId="17ed3942-1d1a-4f51-b1de-aaa8185273b4" providerId="ADAL" clId="{8DE9020D-C5EC-427C-BF2F-1E77A2A31ACD}" dt="2026-01-13T06:58:32.064" v="475" actId="47"/>
        <pc:sldMkLst>
          <pc:docMk/>
          <pc:sldMk cId="4047265414" sldId="2147480945"/>
        </pc:sldMkLst>
      </pc:sldChg>
      <pc:sldChg chg="addSp delSp modSp del mod ord">
        <pc:chgData name="James Maltby" userId="17ed3942-1d1a-4f51-b1de-aaa8185273b4" providerId="ADAL" clId="{8DE9020D-C5EC-427C-BF2F-1E77A2A31ACD}" dt="2026-01-13T06:56:25.888" v="417" actId="47"/>
        <pc:sldMkLst>
          <pc:docMk/>
          <pc:sldMk cId="1425819147" sldId="2147480946"/>
        </pc:sldMkLst>
      </pc:sldChg>
      <pc:sldChg chg="add del">
        <pc:chgData name="James Maltby" userId="17ed3942-1d1a-4f51-b1de-aaa8185273b4" providerId="ADAL" clId="{8DE9020D-C5EC-427C-BF2F-1E77A2A31ACD}" dt="2026-01-13T07:07:46.460" v="971" actId="47"/>
        <pc:sldMkLst>
          <pc:docMk/>
          <pc:sldMk cId="3364692547" sldId="2147480946"/>
        </pc:sldMkLst>
      </pc:sldChg>
      <pc:sldChg chg="add del">
        <pc:chgData name="James Maltby" userId="17ed3942-1d1a-4f51-b1de-aaa8185273b4" providerId="ADAL" clId="{8DE9020D-C5EC-427C-BF2F-1E77A2A31ACD}" dt="2026-01-13T07:07:45.932" v="970" actId="47"/>
        <pc:sldMkLst>
          <pc:docMk/>
          <pc:sldMk cId="3174815858" sldId="2147480947"/>
        </pc:sldMkLst>
      </pc:sldChg>
      <pc:sldChg chg="addSp delSp modSp add mod">
        <pc:chgData name="James Maltby" userId="17ed3942-1d1a-4f51-b1de-aaa8185273b4" providerId="ADAL" clId="{8DE9020D-C5EC-427C-BF2F-1E77A2A31ACD}" dt="2026-01-13T09:35:32.322" v="1066" actId="114"/>
        <pc:sldMkLst>
          <pc:docMk/>
          <pc:sldMk cId="1988605862" sldId="2147480948"/>
        </pc:sldMkLst>
        <pc:spChg chg="mod">
          <ac:chgData name="James Maltby" userId="17ed3942-1d1a-4f51-b1de-aaa8185273b4" providerId="ADAL" clId="{8DE9020D-C5EC-427C-BF2F-1E77A2A31ACD}" dt="2026-01-13T09:35:21.177" v="1060" actId="20577"/>
          <ac:spMkLst>
            <pc:docMk/>
            <pc:sldMk cId="1988605862" sldId="2147480948"/>
            <ac:spMk id="3" creationId="{D7E2D627-E0E5-02CD-B778-BEC90A426BB0}"/>
          </ac:spMkLst>
        </pc:spChg>
        <pc:spChg chg="mod">
          <ac:chgData name="James Maltby" userId="17ed3942-1d1a-4f51-b1de-aaa8185273b4" providerId="ADAL" clId="{8DE9020D-C5EC-427C-BF2F-1E77A2A31ACD}" dt="2026-01-13T09:35:32.322" v="1066" actId="114"/>
          <ac:spMkLst>
            <pc:docMk/>
            <pc:sldMk cId="1988605862" sldId="2147480948"/>
            <ac:spMk id="4" creationId="{DD826566-0A84-19FB-8BAC-6FCAEBA7EA58}"/>
          </ac:spMkLst>
        </pc:spChg>
        <pc:picChg chg="add del">
          <ac:chgData name="James Maltby" userId="17ed3942-1d1a-4f51-b1de-aaa8185273b4" providerId="ADAL" clId="{8DE9020D-C5EC-427C-BF2F-1E77A2A31ACD}" dt="2026-01-13T07:07:54.672" v="973" actId="478"/>
          <ac:picMkLst>
            <pc:docMk/>
            <pc:sldMk cId="1988605862" sldId="2147480948"/>
            <ac:picMk id="2" creationId="{ED9C7FA3-E1C3-A473-00E4-DB1D350E7EB9}"/>
          </ac:picMkLst>
        </pc:picChg>
      </pc:sldChg>
      <pc:sldMasterChg chg="modSldLayout">
        <pc:chgData name="James Maltby" userId="17ed3942-1d1a-4f51-b1de-aaa8185273b4" providerId="ADAL" clId="{8DE9020D-C5EC-427C-BF2F-1E77A2A31ACD}" dt="2026-01-13T09:34:01.536" v="1054"/>
        <pc:sldMasterMkLst>
          <pc:docMk/>
          <pc:sldMasterMk cId="191199324" sldId="2147483660"/>
        </pc:sldMasterMkLst>
        <pc:sldLayoutChg chg="addSp delSp modSp mod">
          <pc:chgData name="James Maltby" userId="17ed3942-1d1a-4f51-b1de-aaa8185273b4" providerId="ADAL" clId="{8DE9020D-C5EC-427C-BF2F-1E77A2A31ACD}" dt="2026-01-13T09:34:01.536" v="1054"/>
          <pc:sldLayoutMkLst>
            <pc:docMk/>
            <pc:sldMasterMk cId="191199324" sldId="2147483660"/>
            <pc:sldLayoutMk cId="4243313542" sldId="2147483662"/>
          </pc:sldLayoutMkLst>
          <pc:picChg chg="add mod">
            <ac:chgData name="James Maltby" userId="17ed3942-1d1a-4f51-b1de-aaa8185273b4" providerId="ADAL" clId="{8DE9020D-C5EC-427C-BF2F-1E77A2A31ACD}" dt="2026-01-13T09:34:01.536" v="1054"/>
            <ac:picMkLst>
              <pc:docMk/>
              <pc:sldMasterMk cId="191199324" sldId="2147483660"/>
              <pc:sldLayoutMk cId="4243313542" sldId="2147483662"/>
              <ac:picMk id="2" creationId="{598537D4-5307-17D4-1DAF-01BF4BDA4F49}"/>
            </ac:picMkLst>
          </pc:picChg>
          <pc:picChg chg="del">
            <ac:chgData name="James Maltby" userId="17ed3942-1d1a-4f51-b1de-aaa8185273b4" providerId="ADAL" clId="{8DE9020D-C5EC-427C-BF2F-1E77A2A31ACD}" dt="2026-01-13T09:33:25.333" v="1050" actId="478"/>
            <ac:picMkLst>
              <pc:docMk/>
              <pc:sldMasterMk cId="191199324" sldId="2147483660"/>
              <pc:sldLayoutMk cId="4243313542" sldId="2147483662"/>
              <ac:picMk id="3" creationId="{463A7721-2F77-5337-0F98-724C8CB82198}"/>
            </ac:picMkLst>
          </pc:picChg>
          <pc:picChg chg="del mod">
            <ac:chgData name="James Maltby" userId="17ed3942-1d1a-4f51-b1de-aaa8185273b4" providerId="ADAL" clId="{8DE9020D-C5EC-427C-BF2F-1E77A2A31ACD}" dt="2026-01-13T09:34:01.158" v="1053" actId="478"/>
            <ac:picMkLst>
              <pc:docMk/>
              <pc:sldMasterMk cId="191199324" sldId="2147483660"/>
              <pc:sldLayoutMk cId="4243313542" sldId="2147483662"/>
              <ac:picMk id="4" creationId="{47D88DD9-0DEF-CAAC-3290-57B871BA9C11}"/>
            </ac:picMkLst>
          </pc:picChg>
        </pc:sldLayoutChg>
        <pc:sldLayoutChg chg="delSp mod">
          <pc:chgData name="James Maltby" userId="17ed3942-1d1a-4f51-b1de-aaa8185273b4" providerId="ADAL" clId="{8DE9020D-C5EC-427C-BF2F-1E77A2A31ACD}" dt="2026-01-13T09:33:28.706" v="1051" actId="478"/>
          <pc:sldLayoutMkLst>
            <pc:docMk/>
            <pc:sldMasterMk cId="191199324" sldId="2147483660"/>
            <pc:sldLayoutMk cId="1086803107" sldId="2147483663"/>
          </pc:sldLayoutMkLst>
          <pc:picChg chg="del">
            <ac:chgData name="James Maltby" userId="17ed3942-1d1a-4f51-b1de-aaa8185273b4" providerId="ADAL" clId="{8DE9020D-C5EC-427C-BF2F-1E77A2A31ACD}" dt="2026-01-13T09:33:28.706" v="1051" actId="478"/>
            <ac:picMkLst>
              <pc:docMk/>
              <pc:sldMasterMk cId="191199324" sldId="2147483660"/>
              <pc:sldLayoutMk cId="1086803107" sldId="2147483663"/>
              <ac:picMk id="3" creationId="{463A7721-2F77-5337-0F98-724C8CB8219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5F5C94-1D4B-41E1-9CED-D7C033DC028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911F0-D7E5-4B75-BB35-11E9E21F53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43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1BB47DD-7F3F-3D0F-4848-9F4DA9BADB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32" y="419737"/>
            <a:ext cx="1933461" cy="59357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0DCD0B0-ABD0-3CC9-B0AA-BCE43FDE98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2381" y="497150"/>
            <a:ext cx="9228221" cy="4458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b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249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D60CD0B-4DCC-E9ED-3108-523760FD4B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512381" y="497150"/>
            <a:ext cx="9228221" cy="4458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b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98537D4-5307-17D4-1DAF-01BF4BDA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32" y="419737"/>
            <a:ext cx="1933461" cy="59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1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D60CD0B-4DCC-E9ED-3108-523760FD4B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512381" y="497150"/>
            <a:ext cx="9228221" cy="44580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b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680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9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swald Medium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071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pos="302">
          <p15:clr>
            <a:srgbClr val="F26B43"/>
          </p15:clr>
        </p15:guide>
        <p15:guide id="6" pos="73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92CBDC-7972-4BC3-BF4B-09052B917A5F}"/>
              </a:ext>
            </a:extLst>
          </p:cNvPr>
          <p:cNvSpPr/>
          <p:nvPr/>
        </p:nvSpPr>
        <p:spPr>
          <a:xfrm>
            <a:off x="0" y="0"/>
            <a:ext cx="12192000" cy="1739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person's hand on a computer&#10;&#10;AI-generated content may be incorrect.">
            <a:extLst>
              <a:ext uri="{FF2B5EF4-FFF2-40B4-BE49-F238E27FC236}">
                <a16:creationId xmlns:a16="http://schemas.microsoft.com/office/drawing/2014/main" id="{6EE78BE5-7871-F0FB-9E47-02957B39E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1"/>
          <a:stretch>
            <a:fillRect/>
          </a:stretch>
        </p:blipFill>
        <p:spPr>
          <a:xfrm>
            <a:off x="0" y="1739152"/>
            <a:ext cx="12192000" cy="5118847"/>
          </a:xfrm>
          <a:prstGeom prst="rect">
            <a:avLst/>
          </a:prstGeom>
        </p:spPr>
      </p:pic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1719D1E0-9EB7-8D9F-1787-BB66EB26B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50"/>
          <a:stretch>
            <a:fillRect/>
          </a:stretch>
        </p:blipFill>
        <p:spPr>
          <a:xfrm>
            <a:off x="318426" y="5562306"/>
            <a:ext cx="3567410" cy="1107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E10B39-AEEC-459F-A785-230C6516B3DE}"/>
              </a:ext>
            </a:extLst>
          </p:cNvPr>
          <p:cNvSpPr txBox="1"/>
          <p:nvPr/>
        </p:nvSpPr>
        <p:spPr>
          <a:xfrm>
            <a:off x="318426" y="546409"/>
            <a:ext cx="7804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AWS Breaking Barriers Challenge</a:t>
            </a:r>
          </a:p>
        </p:txBody>
      </p:sp>
      <p:pic>
        <p:nvPicPr>
          <p:cNvPr id="1026" name="Picture 2" descr="Our History — Save the Children NZ">
            <a:extLst>
              <a:ext uri="{FF2B5EF4-FFF2-40B4-BE49-F238E27FC236}">
                <a16:creationId xmlns:a16="http://schemas.microsoft.com/office/drawing/2014/main" id="{C7157E57-CD6A-1F68-E91F-B061553A3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009" y="5402082"/>
            <a:ext cx="5119991" cy="131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07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BADCBA-E798-3826-171F-49C851EF2146}"/>
              </a:ext>
            </a:extLst>
          </p:cNvPr>
          <p:cNvSpPr txBox="1">
            <a:spLocks/>
          </p:cNvSpPr>
          <p:nvPr/>
        </p:nvSpPr>
        <p:spPr>
          <a:xfrm>
            <a:off x="1020726" y="1631157"/>
            <a:ext cx="6007395" cy="4465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2000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 the department focused on localisation at Save the Children UK, </a:t>
            </a:r>
            <a:r>
              <a:rPr lang="en-US" sz="2000" b="1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our mission </a:t>
            </a:r>
            <a:r>
              <a:rPr lang="en-US" sz="2000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 to inspire a movement for locally led humanitarian action</a:t>
            </a:r>
          </a:p>
          <a:p>
            <a:endParaRPr lang="en-GB" sz="2000" b="1" dirty="0">
              <a:solidFill>
                <a:srgbClr val="343E4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2000" b="1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Our purpose </a:t>
            </a:r>
            <a:r>
              <a:rPr lang="en-US" sz="2000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is to work with local actors and organisations to provide tailored resilience and crisis response support that addresses their specific needs.</a:t>
            </a:r>
          </a:p>
          <a:p>
            <a:endParaRPr lang="en-US" sz="2000" dirty="0">
              <a:solidFill>
                <a:srgbClr val="343E4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2000" b="1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focus </a:t>
            </a:r>
            <a:r>
              <a:rPr lang="en-US" sz="2000" dirty="0">
                <a:solidFill>
                  <a:srgbClr val="343E4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on nurturing and empowering local leaders, driving collective action through our networks, thought leadership and research, and convening local voices, creating opportunities for change and collaboration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7D1903-CA0F-E21B-C81E-112C0E7EB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1" t="17998" r="26856" b="26955"/>
          <a:stretch/>
        </p:blipFill>
        <p:spPr bwMode="auto">
          <a:xfrm>
            <a:off x="7717198" y="1485158"/>
            <a:ext cx="4036828" cy="377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613DA-227B-DDA9-A7DA-32C7815AC4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About the HLA</a:t>
            </a:r>
          </a:p>
        </p:txBody>
      </p:sp>
    </p:spTree>
    <p:extLst>
      <p:ext uri="{BB962C8B-B14F-4D97-AF65-F5344CB8AC3E}">
        <p14:creationId xmlns:p14="http://schemas.microsoft.com/office/powerpoint/2010/main" val="29980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2099D-F95C-9496-A70B-F3710CDC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D56AFD-FC13-86E9-BB74-B9429D055550}"/>
              </a:ext>
            </a:extLst>
          </p:cNvPr>
          <p:cNvSpPr txBox="1">
            <a:spLocks/>
          </p:cNvSpPr>
          <p:nvPr/>
        </p:nvSpPr>
        <p:spPr>
          <a:xfrm>
            <a:off x="1020726" y="1711842"/>
            <a:ext cx="6007395" cy="4465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 believe that digital technology can help us enhance and extend the reach of our work, enabling us to support more vulnerable adults and children worldwide. 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Powered by a catalogue of hundreds of courses in multiple languages, the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Kaya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learning management system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has provided over one million users with free humanitarian learning.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Our platform and digital expertise are also enabling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organisations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around the world to have the tools and resources to be more effective, agile, and holistic in their approach to saving lives and safeguarding livelihoods.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DE35-F9A6-0149-24CC-1D6966C585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Our Digital Platforms</a:t>
            </a:r>
          </a:p>
        </p:txBody>
      </p:sp>
      <p:pic>
        <p:nvPicPr>
          <p:cNvPr id="5" name="Picture 4" descr="Two people looking at a computer&#10;&#10;AI-generated content may be incorrect.">
            <a:extLst>
              <a:ext uri="{FF2B5EF4-FFF2-40B4-BE49-F238E27FC236}">
                <a16:creationId xmlns:a16="http://schemas.microsoft.com/office/drawing/2014/main" id="{D3B4302F-B329-48D7-06C9-FB64CEF75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-1" r="8869" b="-2495"/>
          <a:stretch>
            <a:fillRect/>
          </a:stretch>
        </p:blipFill>
        <p:spPr>
          <a:xfrm>
            <a:off x="7717198" y="1467766"/>
            <a:ext cx="4036828" cy="390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9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4A8571-D463-411F-D666-E5DFA822B3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Our Impact in 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38652-57FA-D967-B660-70D3F010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835" y="1010884"/>
            <a:ext cx="7036330" cy="542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1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510-9600-1E34-88E2-65EBBAA5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C4A6E-5FFE-7A06-E9CF-49D4F386A7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Challenge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62250-6B54-4020-FB2F-25117A7934D6}"/>
              </a:ext>
            </a:extLst>
          </p:cNvPr>
          <p:cNvSpPr txBox="1"/>
          <p:nvPr/>
        </p:nvSpPr>
        <p:spPr>
          <a:xfrm>
            <a:off x="389106" y="1794522"/>
            <a:ext cx="112484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There is currently no way to connect learning to real-world action. Learners complete training but struggle to find relevant jobs, mentoring, or volunteering opportunities, while local </a:t>
            </a:r>
            <a:r>
              <a:rPr lang="en-US" sz="2800" dirty="0" err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organisations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cannot easily identify qualified individuals.</a:t>
            </a:r>
          </a:p>
          <a:p>
            <a:endParaRPr lang="en-US" sz="2800" dirty="0">
              <a:solidFill>
                <a:schemeClr val="bg2">
                  <a:lumMod val="2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GB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How can we utilise artificial intelligence and our learner database to enable the rapid recruitment of qualified specialists for a humanitarian response? </a:t>
            </a:r>
          </a:p>
        </p:txBody>
      </p:sp>
    </p:spTree>
    <p:extLst>
      <p:ext uri="{BB962C8B-B14F-4D97-AF65-F5344CB8AC3E}">
        <p14:creationId xmlns:p14="http://schemas.microsoft.com/office/powerpoint/2010/main" val="367074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1F64-176E-A295-8557-C940B16E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2D627-E0E5-02CD-B778-BEC90A426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Hackathon Briefs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26566-0A84-19FB-8BAC-6FCAEBA7EA58}"/>
              </a:ext>
            </a:extLst>
          </p:cNvPr>
          <p:cNvSpPr txBox="1"/>
          <p:nvPr/>
        </p:nvSpPr>
        <p:spPr>
          <a:xfrm>
            <a:off x="389106" y="1794522"/>
            <a:ext cx="112484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i="1" dirty="0"/>
              <a:t>Brief</a:t>
            </a:r>
            <a:r>
              <a:rPr lang="en-US" sz="2800" i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</a:t>
            </a:r>
          </a:p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Build a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proof-of-concept matching algorithm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that connects learner profiles to opportunities using synthetic data.</a:t>
            </a:r>
          </a:p>
          <a:p>
            <a:endParaRPr lang="en-US" sz="2800" dirty="0">
              <a:solidFill>
                <a:schemeClr val="bg2">
                  <a:lumMod val="2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GB" sz="2800" i="1" dirty="0"/>
              <a:t>Brief</a:t>
            </a:r>
            <a:r>
              <a:rPr lang="en-US" sz="2800" i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2</a:t>
            </a:r>
          </a:p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Build an 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interface for </a:t>
            </a:r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organisations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to submit job/opportunity descriptions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with automated feature extraction and </a:t>
            </a:r>
            <a:r>
              <a:rPr lang="en-US" sz="2800" dirty="0" err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normalisation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to a </a:t>
            </a:r>
            <a:r>
              <a:rPr lang="en-US" sz="2800" dirty="0" err="1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standardised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glossary.</a:t>
            </a:r>
          </a:p>
        </p:txBody>
      </p:sp>
    </p:spTree>
    <p:extLst>
      <p:ext uri="{BB962C8B-B14F-4D97-AF65-F5344CB8AC3E}">
        <p14:creationId xmlns:p14="http://schemas.microsoft.com/office/powerpoint/2010/main" val="1988605862"/>
      </p:ext>
    </p:extLst>
  </p:cSld>
  <p:clrMapOvr>
    <a:masterClrMapping/>
  </p:clrMapOvr>
</p:sld>
</file>

<file path=ppt/theme/theme1.xml><?xml version="1.0" encoding="utf-8"?>
<a:theme xmlns:a="http://schemas.openxmlformats.org/drawingml/2006/main" name="SCUK">
  <a:themeElements>
    <a:clrScheme name="SCUK">
      <a:dk1>
        <a:srgbClr val="000000"/>
      </a:dk1>
      <a:lt1>
        <a:srgbClr val="FFFFFF"/>
      </a:lt1>
      <a:dk2>
        <a:srgbClr val="DA291C"/>
      </a:dk2>
      <a:lt2>
        <a:srgbClr val="E7E6E6"/>
      </a:lt2>
      <a:accent1>
        <a:srgbClr val="AE90C3"/>
      </a:accent1>
      <a:accent2>
        <a:srgbClr val="FC663D"/>
      </a:accent2>
      <a:accent3>
        <a:srgbClr val="FECF28"/>
      </a:accent3>
      <a:accent4>
        <a:srgbClr val="99CCCC"/>
      </a:accent4>
      <a:accent5>
        <a:srgbClr val="45B283"/>
      </a:accent5>
      <a:accent6>
        <a:srgbClr val="F6AFBD"/>
      </a:accent6>
      <a:hlink>
        <a:srgbClr val="FFECA9"/>
      </a:hlink>
      <a:folHlink>
        <a:srgbClr val="D6EBEB"/>
      </a:folHlink>
    </a:clrScheme>
    <a:fontScheme name="SCUK">
      <a:majorFont>
        <a:latin typeface="Oswald Medium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F18F5D8-F0C4-4BD4-8E3C-B8C7B1182EE9}" vid="{7EDAC3E7-7CA6-4848-89D0-294D1CF110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13417</TotalTime>
  <Words>293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Lato</vt:lpstr>
      <vt:lpstr>Noto Sans</vt:lpstr>
      <vt:lpstr>Oswald Medium</vt:lpstr>
      <vt:lpstr>SCUK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Maltby</dc:creator>
  <cp:lastModifiedBy>James Maltby</cp:lastModifiedBy>
  <cp:revision>7</cp:revision>
  <dcterms:created xsi:type="dcterms:W3CDTF">2024-06-11T13:19:33Z</dcterms:created>
  <dcterms:modified xsi:type="dcterms:W3CDTF">2026-01-13T09:35:41Z</dcterms:modified>
</cp:coreProperties>
</file>